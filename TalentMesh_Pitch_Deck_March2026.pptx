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7132320" y="-457200"/>
            <a:ext cx="1280160" cy="1280160"/>
          </a:xfrm>
          <a:prstGeom prst="rect">
            <a:avLst/>
          </a:prstGeom>
          <a:solidFill>
            <a:srgbClr val="2D7A4F">
              <a:alpha val="30000"/>
            </a:srgbClr>
          </a:solidFill>
          <a:ln w="12700">
            <a:solidFill>
              <a:srgbClr val="2D7A4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7863840" y="365760"/>
            <a:ext cx="822960" cy="822960"/>
          </a:xfrm>
          <a:prstGeom prst="rect">
            <a:avLst/>
          </a:prstGeom>
          <a:solidFill>
            <a:srgbClr val="38A169">
              <a:alpha val="45000"/>
            </a:srgbClr>
          </a:solidFill>
          <a:ln w="12700">
            <a:solidFill>
              <a:srgbClr val="38A16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7498080" y="3474720"/>
            <a:ext cx="1463040" cy="146304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502920" y="502920"/>
            <a:ext cx="502920" cy="502920"/>
          </a:xfrm>
          <a:prstGeom prst="rect">
            <a:avLst>
              <a:gd name="adj" fmla="val 10909"/>
            </a:avLst>
          </a:prstGeom>
          <a:solidFill>
            <a:srgbClr val="38A1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GROQ AI  ·  NIMBUS-24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person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role.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CV screening, profile verification &amp; ranked shortlists — in minutes.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749040"/>
            <a:ext cx="3200400" cy="0"/>
          </a:xfrm>
          <a:prstGeom prst="line">
            <a:avLst/>
          </a:prstGeom>
          <a:noFill/>
          <a:ln w="1905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pPr indent="0" marL="0">
              <a:buNone/>
            </a:pPr>
            <a:r>
              <a:rPr lang="en-US" sz="11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·  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320040" y="320040"/>
            <a:ext cx="384048" cy="384048"/>
          </a:xfrm>
          <a:prstGeom prst="rect">
            <a:avLst>
              <a:gd name="adj" fmla="val 14286"/>
            </a:avLst>
          </a:prstGeom>
          <a:solidFill>
            <a:srgbClr val="38A1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05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Hiring is broken.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Screening shouldn't take days.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49040" y="50292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49040" y="502920"/>
            <a:ext cx="237744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13632" y="704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07408" y="667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days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913632" y="125272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time to fill a role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50292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502920"/>
            <a:ext cx="237744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704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13448" y="667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19672" y="125272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CVs received per job posting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251460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2514600"/>
            <a:ext cx="237744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13632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07408" y="26791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30–40h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913632" y="326440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week wasted on manual screening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514600"/>
            <a:ext cx="2377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2514600"/>
            <a:ext cx="237744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2715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13448" y="26791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19672" y="326440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CVs rejected without a fair read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2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TALENTMESH?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ATS.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screening layer that reads every CV for you.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2697480" cy="2423160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93392"/>
            <a:ext cx="54864" cy="2423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6928" y="2980944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CV — PDFs, Word docs, even Canva-designed image-based resumes — extracted with three-tier AI parsing.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993392"/>
            <a:ext cx="2697480" cy="2423160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993392"/>
            <a:ext cx="54864" cy="2423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7288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47288" y="2980944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candidate scored 0–100 against your job requirements, with transferable skills equivalency built 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93392"/>
            <a:ext cx="2697480" cy="2423160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993392"/>
            <a:ext cx="54864" cy="2423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27648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27648" y="2980944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cross-checks against LinkedIn, GitHub, Kaggle and StackOverflow — validates what candidates claim.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job posting to ranked shortlist in minutes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385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1618488"/>
            <a:ext cx="621792" cy="621792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18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404872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Details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any job ad or fill manually. AI extracts role, required skills &amp; experience.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68296" y="1920240"/>
            <a:ext cx="146304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174650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32888" y="1417320"/>
            <a:ext cx="19385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91256" y="1618488"/>
            <a:ext cx="621792" cy="621792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1618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99816" y="2404872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24328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CVs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342900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up to 20 CVs at once — PDFs, DOCX, or image-based Canva resumes.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9704" y="1920240"/>
            <a:ext cx="146304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74650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54296" y="1417320"/>
            <a:ext cx="19385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12664" y="1618488"/>
            <a:ext cx="621792" cy="621792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1618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21224" y="2404872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45736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Screening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45736" y="342900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pipeline parses, scores with Groq Llama 3.3, verifies profiles.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11112" y="1920240"/>
            <a:ext cx="146304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174650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E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75704" y="1417320"/>
            <a:ext cx="193852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34072" y="1618488"/>
            <a:ext cx="621792" cy="621792"/>
          </a:xfrm>
          <a:prstGeom prst="ellipse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34072" y="16184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42632" y="2404872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67144" y="301752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 Results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67144" y="3429000"/>
            <a:ext cx="1755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candidates ranked with scores, pros/cons and a PDF report to your HR inbox.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 hiring manager needs to screen smarter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46304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Match Scoring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0–100 score per candidate with justification — strengths, gaps, and transferable skills in plain English.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0016" y="1298448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463040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94376" y="146304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901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checks on LinkedIn URL, GitHub contributions, Kaggle tiers and StackOverflow reputation.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414016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578608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" y="257860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3-Tier CV Parsing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PyMuPDF → pdfplumber → Groq Vision OCR. Handles any format including Canva and image-only PDFs.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0016" y="2414016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2578608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94376" y="257860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 Comparison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017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Gold, silver, bronze top-3 with a side-by-side breakdown. Know who to interview first.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3529584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694176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408" y="369417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Job Extraction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133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any job posting from LinkedIn or any board. AI extracts title, skills and requirements automatically.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0016" y="3529584"/>
            <a:ext cx="404164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3694176"/>
            <a:ext cx="347472" cy="347472"/>
          </a:xfrm>
          <a:prstGeom prst="ellipse">
            <a:avLst/>
          </a:prstGeom>
          <a:solidFill>
            <a:srgbClr val="38A169">
              <a:alpha val="20000"/>
            </a:srgbClr>
          </a:solidFill>
          <a:ln w="12700">
            <a:solidFill>
              <a:srgbClr val="38A169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94376" y="369417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Report by Email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64608" y="4133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Branded PDF report delivered to HR inbox the moment screening completes — share-ready instantly.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C9A96E">
              <a:alpha val="20000"/>
            </a:srgbClr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a production-grade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foundation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8105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8105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01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Engine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 · Llama 3.3 70B · Vision OCR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Sub-second inference, image CV fallback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8105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8105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9019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Pipeline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StateGraph · 4-node typed workflow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0912" y="23408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multi-step reasoning foundation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7249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7249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API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3035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· Python 3.12 · SQLite → PostgreSQL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+ async, Render cloud deployed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7249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7249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2816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Profile Checks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3035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API · Kaggle · StackOverflow · LinkedIn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10912" y="3255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cross-verification at screening 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6393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6393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&amp; Reports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3950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Resend API · reportlab PDF generator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169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Branded PDF delivered to HR inbox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639312"/>
            <a:ext cx="4160520" cy="777240"/>
          </a:xfrm>
          <a:prstGeom prst="rect">
            <a:avLst/>
          </a:prstGeom>
          <a:solidFill>
            <a:srgbClr val="142214"/>
          </a:solidFill>
          <a:ln w="6350">
            <a:solidFill>
              <a:srgbClr val="2D7A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639312"/>
            <a:ext cx="54864" cy="7772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3950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Vanilla JS · CSS variables · Dark mode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10912" y="4169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framework — fast, zero-dependency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TalentMesh — not an ATS, not Skima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234440"/>
            <a:ext cx="4114800" cy="3337560"/>
          </a:xfrm>
          <a:prstGeom prst="rect">
            <a:avLst/>
          </a:prstGeom>
          <a:solidFill>
            <a:srgbClr val="E8F5EE"/>
          </a:solidFill>
          <a:ln w="12700">
            <a:solidFill>
              <a:srgbClr val="C6E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61872"/>
            <a:ext cx="4114800" cy="54864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TalentMesh wins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55648"/>
            <a:ext cx="38221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Works in 2 minutes — no sales call, no setup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Free to start — accessible to any team or startup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Live profile verification across 4 platforms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Transferable skills matching catches hidden talent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Handles Canva / image-based CVs via Vision OCR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Built for hiring managers, not just recruiters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0016" y="1261872"/>
            <a:ext cx="4059936" cy="32918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1261872"/>
            <a:ext cx="4059936" cy="54864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371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Skima AI has that we're building toward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755648"/>
            <a:ext cx="38221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📨  Automated outreach campaigns (email / SMS)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130+ ATS / CRM integrations out-of-the-box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Learns from historical hiring data over time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Enterprise on-premises deployment option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5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Built for high-volume staffing agencies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2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 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TalentMesh is pre-agentic today.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path to fully autonomous hiring.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719072"/>
            <a:ext cx="1993392" cy="2852928"/>
          </a:xfrm>
          <a:prstGeom prst="rect">
            <a:avLst/>
          </a:prstGeom>
          <a:solidFill>
            <a:srgbClr val="2D7A4F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— MVP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" y="224942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Built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63347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0EA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LangGraph 4-node pipeline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0EA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Multi-source tool calls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0EA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Linear flow, no branching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0EA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No memory between sessions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23744" y="1719072"/>
            <a:ext cx="1993392" cy="28529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Decision Nodes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51760" y="224942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A2E1A">
              <a:alpha val="70000"/>
            </a:srgbClr>
          </a:solidFill>
          <a:ln w="6350">
            <a:solidFill>
              <a:srgbClr val="2D7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Post-funding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51760" y="263347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Branching logic per CV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Retry on low-confidence parse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Dynamic scoring weight adjust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Conflict detection &amp; flagging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1719072"/>
            <a:ext cx="1993392" cy="28529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Learning Agent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28032" y="224942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A2E1A">
              <a:alpha val="70000"/>
            </a:srgbClr>
          </a:solidFill>
          <a:ln w="6350">
            <a:solidFill>
              <a:srgbClr val="2D7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6–12 months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28032" y="263347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HR feedback capture &amp; storage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Per-company weight calibration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Vector DB of past good hires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Embeddings similarity matching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76288" y="1719072"/>
            <a:ext cx="1993392" cy="28529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1847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Full Autonomy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04304" y="224942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1A2E1A">
              <a:alpha val="70000"/>
            </a:srgbClr>
          </a:solidFill>
          <a:ln w="6350">
            <a:solidFill>
              <a:srgbClr val="2D7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22494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2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04304" y="263347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Self-directed sourcing agent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Interview scheduling automation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Bias monitoring &amp; correction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Continuous learning loop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ROADMAP — GOOGLE FUNDING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Google's investment unlocks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98448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35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56816" y="146304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56816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7922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Learning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06654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feedback loop → per-company scoring calibration → vector similarity against past successful hires.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298448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435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64608" y="146304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19856" y="17922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Outreach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9856" y="206654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personalised email + WhatsApp sequences triggered post-screening, keeping candidates engaged.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9632" y="1298448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1298448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435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72400" y="1463040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1463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27648" y="179222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ATS / Job Portal Integrations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2066544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plugins for Greenhouse, Lever, Workday. Webhook + REST API for any custom portal or HRIS.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2871216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2871216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008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956816" y="3035808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56816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2064" y="336499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Question Generator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" y="3639312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Tailored interview questions per candidate based on their CV gaps and verification findings.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2871216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71216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3008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864608" y="3035808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19856" y="336499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Recruiter Analytics Dashboard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419856" y="3639312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metrics, time-to-hire, source quality tracking, bias monitoring, and team performance insights.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99632" y="2871216"/>
            <a:ext cx="270662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99632" y="2871216"/>
            <a:ext cx="270662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3008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772400" y="3035808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C9A96E">
              <a:alpha val="25000"/>
            </a:srgbClr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3035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27648" y="336499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Scale + PostgreSQL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327648" y="3639312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 from SQLite to managed PostgreSQL. Move from Render free tier to Google Cloud Run for scale.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92608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C9A96E">
              <a:alpha val="20000"/>
            </a:srgbClr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ready for disruption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99616"/>
            <a:ext cx="17007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079346"/>
            <a:ext cx="17007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ATS market by 2028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389888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499616"/>
            <a:ext cx="17007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2079346"/>
            <a:ext cx="17007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roles struggle to attract qualified applicants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389888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499616"/>
            <a:ext cx="17007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2079346"/>
            <a:ext cx="17007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month for enterprise ATS (Greenhouse, Lever)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389888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499616"/>
            <a:ext cx="170078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66560" y="2079346"/>
            <a:ext cx="170078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 entry point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06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→ SaaS Pricing Model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090672"/>
            <a:ext cx="1901952" cy="14813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1821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Tier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" y="34747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£0/mo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" y="3822192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screenings/month, 5 CVs max, basic report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3090672"/>
            <a:ext cx="1901952" cy="1481328"/>
          </a:xfrm>
          <a:prstGeom prst="rect">
            <a:avLst/>
          </a:prstGeom>
          <a:solidFill>
            <a:srgbClr val="142214"/>
          </a:solidFill>
          <a:ln w="19050">
            <a:solidFill>
              <a:srgbClr val="38A1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31821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78608" y="34747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£29/mo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78608" y="3822192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screenings/month, 20 CVs, full PDF report, email delivery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090672"/>
            <a:ext cx="1901952" cy="14813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31821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681728" y="34747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£79/mo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81728" y="3822192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Unlimited screenings, API access, ATS webhook, analytics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3090672"/>
            <a:ext cx="1901952" cy="1481328"/>
          </a:xfrm>
          <a:prstGeom prst="rect">
            <a:avLst/>
          </a:prstGeom>
          <a:solidFill>
            <a:srgbClr val="142214"/>
          </a:solidFill>
          <a:ln w="9525">
            <a:solidFill>
              <a:srgbClr val="2D7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4848" y="31821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84848" y="347472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84848" y="3822192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On-premises option, SLA, custom integrations, dedicated support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D7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— MARCH 17 DEADLINE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to tick off before the 19th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743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2743200" cy="36576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3167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1737360"/>
            <a:ext cx="2505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Add Resend API key to Render environment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Test email with PDF attachment end to end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Create talentmesh@nimbus-24.com (Google Workspace)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Upload dummy CVs and run full screening test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Add feedback buttons (thumbs up/down) on results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261872"/>
            <a:ext cx="2743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261872"/>
            <a:ext cx="2743200" cy="36576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3167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Prep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737360"/>
            <a:ext cx="2505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Record a 2-minute screen capture walkthrough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Prepare 2-3 real job descriptions to demo with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Prepare 5-7 CVs that produce a strong ranked result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Rehearse the 4-step flow narration out loud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Test on mobile — confirm responsive layout works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4496" y="1261872"/>
            <a:ext cx="2743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261872"/>
            <a:ext cx="2743200" cy="365760"/>
          </a:xfrm>
          <a:prstGeom prst="rect">
            <a:avLst/>
          </a:prstGeom>
          <a:solidFill>
            <a:srgbClr val="3A4A5A"/>
          </a:solidFill>
          <a:ln w="12700">
            <a:solidFill>
              <a:srgbClr val="3A4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3167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5054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Submit Google Startup Fund application (before Mar 17)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Frame LangGraph pipeline as agentic foundation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Use roadmap slide as funding justification narrative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Prepare 1-page executive summary (optional but strong)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C2B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 Verify domain DNS and SSL fully resolved on live URL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3EDE3"/>
          </a:solidFill>
          <a:ln w="12700">
            <a:solidFill>
              <a:srgbClr val="DDD5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200" b="1" dirty="0">
                <a:solidFill>
                  <a:srgbClr val="2D7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4828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943600" y="-548640"/>
            <a:ext cx="2011680" cy="2011680"/>
          </a:xfrm>
          <a:prstGeom prst="rect">
            <a:avLst/>
          </a:prstGeom>
          <a:solidFill>
            <a:srgbClr val="2D7A4F">
              <a:alpha val="35000"/>
            </a:srgbClr>
          </a:solidFill>
          <a:ln w="12700">
            <a:solidFill>
              <a:srgbClr val="2D7A4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7132320" y="731520"/>
            <a:ext cx="1097280" cy="1097280"/>
          </a:xfrm>
          <a:prstGeom prst="rect">
            <a:avLst/>
          </a:prstGeom>
          <a:solidFill>
            <a:srgbClr val="38A169">
              <a:alpha val="50000"/>
            </a:srgbClr>
          </a:solidFill>
          <a:ln w="12700">
            <a:solidFill>
              <a:srgbClr val="38A169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6583680" y="3291840"/>
            <a:ext cx="2194560" cy="2194560"/>
          </a:xfrm>
          <a:prstGeom prst="rect">
            <a:avLst/>
          </a:prstGeom>
          <a:solidFill>
            <a:srgbClr val="142214"/>
          </a:solidFill>
          <a:ln w="12700">
            <a:solidFill>
              <a:srgbClr val="1422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457200" y="201168"/>
            <a:ext cx="292608" cy="292608"/>
          </a:xfrm>
          <a:prstGeom prst="rect">
            <a:avLst>
              <a:gd name="adj" fmla="val 18750"/>
            </a:avLst>
          </a:prstGeom>
          <a:solidFill>
            <a:srgbClr val="38A1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19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</a:t>
            </a:r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7772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Hire smarter.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better.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right person.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502920" y="2944368"/>
            <a:ext cx="5029200" cy="0"/>
          </a:xfrm>
          <a:prstGeom prst="line">
            <a:avLst/>
          </a:prstGeom>
          <a:noFill/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906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talentmesh.nimbus-24.com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talentmesh@nimbus-24.com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124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9E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of Nimbus-24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TalentMesh — AI Recruitment Screening</dc:title>
  <dc:subject>PptxGenJS Presentation</dc:subject>
  <dc:creator>TalentMesh / Nimbus-24</dc:creator>
  <cp:lastModifiedBy>TalentMesh / Nimbus-24</cp:lastModifiedBy>
  <cp:revision>1</cp:revision>
  <dcterms:created xsi:type="dcterms:W3CDTF">2026-03-06T19:30:22Z</dcterms:created>
  <dcterms:modified xsi:type="dcterms:W3CDTF">2026-03-06T19:30:22Z</dcterms:modified>
</cp:coreProperties>
</file>